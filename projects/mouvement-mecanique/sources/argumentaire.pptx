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1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2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3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4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5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6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7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8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9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10 — notes de l'animateur.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Expliquer le mouvement mécanique à un client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Argumentaire conseillers — contenu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principe en une phrase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Une montre mécanique est un petit moteur à ressort, régulé par un balancier qui bat plusieurs fois par seconde.</a:t>
            </a:r>
          </a:p>
          <a:p>
            <a:r>
              <a:rPr sz="2200"/>
              <a:t>Pas de pile : seulement de la mécanique.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cinq fonctions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 Énergie — 2 Transmission — 3 Distribution — 4 Régulation — 5 Affichage</a:t>
            </a:r>
          </a:p>
        </p:txBody>
      </p:sp>
      <p:pic>
        <p:nvPicPr>
          <p:cNvPr id="4" name="Picture 3" descr="schema-mou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0" y="3060000"/>
            <a:ext cx="5760000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méthode en trois temps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Écouter : partir de la question du client.</a:t>
            </a:r>
          </a:p>
          <a:p>
            <a:r>
              <a:rPr sz="2200"/>
              <a:t>Montrer : retourner la montre, faire observer le balancier qui oscille.</a:t>
            </a:r>
          </a:p>
          <a:p>
            <a:r>
              <a:rPr sz="2200"/>
              <a:t>Relier : du mécanisme au bénéfice (savoir-faire, durabilité, transmission).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Faire observer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Fond transparent : le balancier qui bat, la masse oscillante qui tourne.</a:t>
            </a:r>
          </a:p>
          <a:p>
            <a:r>
              <a:rPr sz="2200"/>
              <a:t>Laisser le client tenir la montre et écouter le tic-tac.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: « moins précis qu'un quartz 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Reconnaître : oui, le quartz est plus précis.</a:t>
            </a:r>
          </a:p>
          <a:p>
            <a:r>
              <a:rPr sz="2200"/>
              <a:t>Expliquer : la mécanique, c'est un savoir-faire, sans pile, réparable pendant des décennies.</a:t>
            </a:r>
          </a:p>
          <a:p>
            <a:r>
              <a:rPr sz="2200"/>
              <a:t>Recadrer : quelques secondes par jour suffisent largement au quotidien.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: « elle s'est arrêtée 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Ce n'est pas une panne : la réserve de marche est épuisée.</a:t>
            </a:r>
          </a:p>
          <a:p>
            <a:r>
              <a:rPr sz="2200"/>
              <a:t>Porter la montre ou la remonter, puis la remettre à l'heure.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Objection : « c'est fragile 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Un antichoc protège le balancier des chocs du quotidien.</a:t>
            </a:r>
          </a:p>
          <a:p>
            <a:r>
              <a:rPr sz="2200"/>
              <a:t>Étanchéité vérifiée à chaque révision.</a:t>
            </a:r>
          </a:p>
          <a:p>
            <a:r>
              <a:rPr sz="2200"/>
              <a:t>Éviter les aimants : haut-parleurs, fermoirs magnétiques.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la remise de la montre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Remonter avant le premier port.</a:t>
            </a:r>
          </a:p>
          <a:p>
            <a:r>
              <a:rPr sz="2200"/>
              <a:t>Ne pas corriger la date entre 21 h et 3 h.</a:t>
            </a:r>
          </a:p>
          <a:p>
            <a:r>
              <a:rPr sz="2200"/>
              <a:t>Révision tous les cinq à sept ans, selon la marque.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Cinq fonctions, une phrase simple, une démonstration visuelle.</a:t>
            </a:r>
          </a:p>
          <a:p>
            <a:r>
              <a:rPr sz="2200"/>
              <a:t>Toujours partir de la question du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